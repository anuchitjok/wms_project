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12188952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HIGHTPOINT SERVICE NETWORK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Project Report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Presentation-ready summary of all work delivered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v1.0-stable  (037123f)   ·   NestJS · Prisma · PostgreSQL (Supabase) · Next.js · TypeScript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demo to enterprise-grade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outbound fulfillment — one engine; inventory deducted only at dispatch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domain refactored for inventory integrity — single reservation, correct returns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Receiving upgraded to capture lot, expiry and supplier data (additive)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13-module test pass against the live database — zero functional defects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v1.0-stable and built a repeatable demo environment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Operations Dashboard redesigned into a presentation-ready command center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0789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605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discipline: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additive-only migrations · feature-flagged risky changes · clean TypeScript every phase · runtime-verified · audit trail preserved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warehouse management capability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1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Receiving, QC, Putaway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by status/location, batch/serial/expiry, single source of truth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Fulfillment (allocate → pick → pack → ship → deliver)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Withdrawal requests, approvals, issued-item usage, returns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logistics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RMA, RTV, unused returns, scrap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access, multi-step approval engine, immutable audit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Operations Dashboard, reports, real-time updates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Fulfillment Consolidation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two parallel fulfillment systems (V1 + V2) plus shipment packing/dispatch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FulfillmentModule is now the execution source of truth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InventoryOrchestrationService is the only path for stock movement — reserve, release, pick, issue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stock move is transactional and fully audited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Issue (deduction) happens only at dispatch — eliminates double-deduction risk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routes preserved via proxy + redirects; UI unified at /outbound/fulfillment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7899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297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AVAILABLE → RESERVED → PICKED → SHIPPED with complete audit ledger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Module Refactor — 6 phases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789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692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 locking + correlation / shipped-unit fields (additive)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reservation authority — approval is governance-only (flagged)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return / RMA targeting — actions hit the unit actually shipped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routed through governance engine (flagged, safe fallback)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 request status derived from fulfillment task; legacy kept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restructure — Approvals workspace, My Issued Items, Returns (+ redirects)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26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behavior changes ship OFF by default (ENABLE_UNIFIED_RESERVATION, ENABLE_APPROVAL_ENGINE) for zero-risk rollout.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Receiving — Phase 1 (additive)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ReceivingStatus lifecycle introduced via shadow column — fully additive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supplier, PO number and expected-date on receipt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/ expiry / manufacture-date capture — FEFO-ready for future automation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Batch-controlled enforcement added for regulated / lot-tracked items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low-stock metric to be available-based (previously counted all historical stock)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Module Test Pass — 13 modules, zero defects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Auth · Dashboard · Products · Inventory · Receiving · Putaway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Requests · Approval · Fulfillment · Shipment · RMA · Returns · Audit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all 13 modules pass; zero genuine application defects found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migrations and schema validity against live Supabase database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API contracts and frontend routes — 19 / 19 pages return 200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RBAC enforcement (403 on unauthorized) and feature-flag behaviour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·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Demo Environment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v1.0-stable — initial commit, 391 files (secrets and deps excluded)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demo dataset via npm run seed:demo / seed:demo:reset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Seeded: 100 products · 50 receiving · 30 requests · 24 tasks · 20 shipments · 5 RMA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role-based demo users — fully removable, production data never modified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docs delivered: DEMO_LOGINS.md and DEMO_SCRIPT.md (15-minute walkthrough)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·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Operations Dashboard (live)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into a White + Green enterprise command center — no feature flag, fully live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cards: Receiving Today · Pending Putaway · Pending Approval · Active Fulfillment · Shipment Today · Low Stock Alerts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Health bar — Available · Reserved · Picked · QC Hold · RTV Pending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Alerts panel with urgency hierarchy and one-click drill-through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Activity timeline — real operational events only, no system noise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enterprise theme; responsive 6 / 3 / 2 columns (desktop / tablet / mobile), zero overflow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principles behind every change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integrity by design — one reservation, one issue, fully audited via immutable AuditLog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Strangler-Fig migration — old systems wrapped, not broken; proxies and redirects keep all routes alive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gate every risky behaviour change for instant, config-only rollback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Additive-only database migrations (18_…, 19_…, 20_…) — IF NOT EXISTS, guarded enums, no drops, no resets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metric implementations (e.g. low-stock) keep dashboard and reports consistent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VERIFICATION 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initiative independently verified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789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583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 end-to-end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Inventory + Goods Issue correct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 Phase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9 / 9 checks 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 Phases 3–5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12 / 12 checks 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Phase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11 / 11 checks passed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module test (13 modules)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All pass · 0 defects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endpoints + redesign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Live data · responsive verified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/ Frontend typecheck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 errors every 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seed / reset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Removable · production untouched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integrity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0 orphans · audit log preserved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PRESENTATION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and how to tell the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unified-reservation / approval-engine flags after staged validation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Phase 2–4 — Excel upload, barcode/QR scan, QC hold / ASN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Phase 3–4 — workload lanes, shipment performance, caching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Accuracy KPI once a validated cycle-count source exists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2648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PRESENTATION 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64592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unified, accurate, enterprise WMS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— fragmented systems → one engine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integrity — reserve once, issue once, audited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 — KPIs, health, alerts, activity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— 13-module pass, zero defects, v1.0-stable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automation, analytics, flag rollout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07899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800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preserved throughout · no destructive migrations · backward compatible · audit trail intact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WMS Project Report</dc:title>
  <dc:subject>PptxGenJS Presentation</dc:subject>
  <dc:creator>Hightpoint Service Network</dc:creator>
  <cp:lastModifiedBy>Hightpoint Service Network</cp:lastModifiedBy>
  <cp:revision>1</cp:revision>
  <dcterms:created xsi:type="dcterms:W3CDTF">2026-06-08T07:46:29Z</dcterms:created>
  <dcterms:modified xsi:type="dcterms:W3CDTF">2026-06-08T07:46:29Z</dcterms:modified>
</cp:coreProperties>
</file>